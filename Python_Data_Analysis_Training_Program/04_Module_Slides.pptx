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Data Analysis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Python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beginner-friendly, hands-on path from raw data to real insight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2011680" cy="5486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Data Analysis with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Program Takes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Python fundamentals and data structures – the building blocks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Pandas – loading, cleaning, and querying real data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Visualization – turning numbers into a story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Final project – one dataset, start to finish, presented like a real analyst deliverable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uses the same running dataset, so skills build on each other instead of resetting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Overview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data types, conditionals, and loops – the vocabulary of every script you'll write after this.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Data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stores a value under a name you choose: price = 24.99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types you'll use constantly: int, float, str, bool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infers the type automatically – no need to declare it upfront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type(x) tells you what you're working with when you're not sure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units_sold * unit_price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revenue &gt; 1000: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print("High-value order")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print("Standard order")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 let your code react differently depending on the data – the foundation of flagging, filtering, and validation logic you'll use throughout the program.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 Doing Something Many 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 know how many items you're iterating over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order in orders: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loop in data work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you're repeating until a condition changes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balance &gt; 0: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common in data analysis, more in general programming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 unit price and quantity as variables, print the total cost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is_high_value(revenue) returning True/False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through 10 sample order values, print only those above 500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instructions: Practical_Exercises.docx  •  Dataset: retail_sales_data.csv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Lists, dictionaries, tuples, and functions – how you organize data before pandas does the heavy lifting.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vs. Dictionaries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collection: [10, 25, 30]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by position: my_list[0]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sequences, simple collections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pairs: {"region": "West"}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by key: my_dict["region"]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labeled, structured records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Tuples &amp; Why Immutability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tuple is like a list, but it cannot be changed after creation: (lat, long)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fixed groupings of values that shouldn't accidentally be edited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 data work for coordinate pairs, fixed configs, and function returns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Reusable Functions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flag_order(revenue, threshold=1000):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revenue &gt; threshold: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"High-value"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"Standard"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flag_order(1450)  # "High-value"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let you package logic once and reuse it everywhere – the same idea you'll apply constantly once you're writing pandas pipelines.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dictionary mapping each region to a sales target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that returns the highest-revenue order from a list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 list of (region, revenue) tuples into a summed dictionary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instructions: Practical_Exercises.docx  •  Dataset: retail_sales_data.csv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with Pandas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real data, find what's wrong with it, and start asking it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&amp; First Look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pd.read_csv("retail_sales_data.csv")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# (rows, columns)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# types + non-null counts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# first 5 rows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assume a dataset is clean. These four lines are the first thing you run on any new file, every time.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What's Wrong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df.isnull().sum()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drop, or fill with a defensible value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document your reasoning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DF2F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df.duplicated().sum()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df.drop_duplicates()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it's a true error, not a valid repeat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Questions with groupby()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revenue_by_region =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df.groupby("Region")["Revenue"]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.sum()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.sort_values(ascending=False)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groupby() is the single most useful pandas pattern in this program – it's how raw rows become an answer to a business question like “which region sells the most?”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dataset, report shape, types, and missing values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 and report how many were dropped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CustomerAge and Region, documenting your reasoning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revenue by Region and by Category – who's winning?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instructions: Practical_Exercises.docx  •  Dataset: retail_sales_data.csv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&amp; EDA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cleaned, grouped data into charts – and charts into a story someone can act 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– comparing totals across categories (revenue by region)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– showing change over time (monthly revenue trend)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– showing the distribution of one numeric variable (customer age)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– showing the relationship between two numeric variables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chart type doesn't just look off – it can mislead the reader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Chart with Matplotlib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revenue_by_region.plot(kind="bar")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plt.title("Total Revenue by Region")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plt.ylabel("Revenue ($)")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chart without a title and labeled axes isn't finished – always add both before considering a visualization done.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Chart to Insight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0424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chart shows a pattern. An insight explains why it matters and to whom.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Weak: “The West region has the highest bar.”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Strong: “The West region generates 28% more revenue than the next-highest region, driven mostly by Electronics – worth investigating for next year's inventory planning.”</a:t>
            </a:r>
            <a:endParaRPr lang="en-US" sz="165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ask: is this pattern strong enough to act on, or could it be noise?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total revenue by region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chart: monthly revenue trend across 2024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Histogram: distribution of customer age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3-4 sentences interpreting the charts for a stakeholder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instructions: Practical_Exercises.docx  •  Dataset: retail_sales_data.csv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Sales Data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analyze, visualize, and present findings on the full retail dataset – the same workflow, done independently, start to finish.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brief: Final_Project_Brief.docx  •  Graded against: Assessment_Rubric.xlsx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2026-08-13T18:02:25Z</dcterms:created>
  <dcterms:modified xsi:type="dcterms:W3CDTF">2026-08-13T18:02:25Z</dcterms:modified>
</cp:coreProperties>
</file>